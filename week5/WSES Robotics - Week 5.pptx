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7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F0162-4C71-409D-BD46-BBB1E5CF8F9D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DDDF-7064-4EBF-A4FC-6CE4EE565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892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B0B5-377C-E6AE-1F26-5E76C15C0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19B67-9962-0D28-D1DE-3BE4A7D43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706B3-92DA-660F-8BCF-F0C12140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21C79-47C0-FFDF-6903-1D36DA4B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50E23-1BA1-74F6-C06F-A6DCB58F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780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85FF-AA68-F3F1-5720-2021DB17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ED15B-B0F4-A1A9-4099-C94CD17F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C2382-0897-D86B-73BC-CB70525C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B7D8E-84D5-D50B-3812-E05F614A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CC8AC-F312-42ED-1146-4081571E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595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A4C8-5885-2A0E-85C2-BF4B2D96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14519-8E7F-5617-C5C5-880E0EF10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7DCF1-25A7-5F8B-817A-4FF5C8E7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B7C98-94B2-C1F9-9DF5-FDA866F1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B3846-8C40-C48E-2896-4E575EA6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230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45A2-68FD-2684-51AC-4B15A051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2BBAD-F9E4-9F09-03C5-D43D7A2FC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71267-2D99-37EB-0EAE-6FE82F48B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B96A8-7F93-DA81-167A-14ED42E9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904C9-7399-D828-5C89-229C2B1A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B92FF-5327-6B89-08ED-70EB1722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764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8A36-3D20-C2AA-729E-D015B97B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9E090-6BD6-40F7-DAB4-3513CBE92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80F8C-FEFE-25CD-929F-DD768D087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EE014-BB2E-8546-EFFF-089781288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380C7-F9FD-A7EA-540E-F107A2B44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15D1A-2A36-FAC9-C38F-00C0CF2A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0A3A5-7B07-76CB-BF1B-399A4FAC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D77A6-EC38-7C46-FBEE-F313437A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8560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DFF1-C04F-A794-739C-6D1322C0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E65F1-26C5-F4D5-1B47-9AEB6970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E3582-A145-0E7D-1E60-135DDB67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5FC02-4626-554B-2839-60874765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265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4644D-FBF3-EF31-1F1D-B1E35F84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5017D-A6FC-F733-C594-1986EC1B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6C06D-E9D5-7E27-BC43-A842346D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9844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750F-4865-829E-7E81-0FA3F4DA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3435-A61A-E1AA-629A-5D964C0EB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CD1C5-F35C-BB20-A9D0-A3F511F69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12D11-1362-6011-B9B3-98B654CE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35ACD-D4C3-9448-59D8-4C9FC0C5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EB435-0298-C7FA-383B-BEE7E2C6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8448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5581-B979-EAFD-D770-31951D36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2864E-FC4C-24CA-87CA-C3DD4C937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6A240-8621-FB62-4F7B-9DC05559B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F001D-36A5-8894-A021-F836CD46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D678C-AF80-85E4-3C26-BD94C000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635C9-7CA8-7F74-58D3-5E80BAF4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92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957C-95B8-1A5D-E292-396383FC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151EA-570A-F1B7-8083-E54141A26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EC4BD-0DF2-6F62-FAD1-B40B0824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FE331-176C-699E-3A7E-13379020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7D4A6-8ED2-BF79-A12B-C8F15449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446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5A9265-77B1-3F8F-B0B8-99DFE6FA5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95C6C-578F-F2AD-0EDF-0F49EF609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A678-3595-B62D-1786-BD9DB253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8E487-21D4-96C5-D44B-C3A3F4B3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61450-4614-547D-ED2F-AEFB2B88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230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15D3F-B36B-ACA9-8136-8E49DC3E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A3D2-E60E-5208-C7A6-1750F7B55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40A2-D2B9-45F5-F23E-14C9C3402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4D620-E2F5-4C02-98CB-FF612BAF5F87}" type="datetimeFigureOut">
              <a:rPr lang="en-CA" smtClean="0"/>
              <a:t>2026-05-15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3AE2-107A-AA97-9EBD-0884B7265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9562-780C-6D8A-8F48-4E2BAC283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248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sv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pp.cirkitdesigner.com/project/d3682d71-2df9-41ce-a4b0-2a48508eead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E5A2-FED6-106B-416C-B65A684FB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850" y="508000"/>
            <a:ext cx="10020300" cy="1814513"/>
          </a:xfrm>
        </p:spPr>
        <p:txBody>
          <a:bodyPr>
            <a:normAutofit/>
          </a:bodyPr>
          <a:lstStyle/>
          <a:p>
            <a:r>
              <a:rPr lang="en-CA" dirty="0"/>
              <a:t>Welcome to Robotics Club Week5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EE5D7-AD23-7DBD-C9CB-930232461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4238"/>
            <a:ext cx="9144000" cy="1655762"/>
          </a:xfrm>
        </p:spPr>
        <p:txBody>
          <a:bodyPr>
            <a:normAutofit/>
          </a:bodyPr>
          <a:lstStyle/>
          <a:p>
            <a:r>
              <a:rPr lang="en-CA" dirty="0"/>
              <a:t>2026-05-15</a:t>
            </a:r>
          </a:p>
          <a:p>
            <a:endParaRPr lang="en-CA" dirty="0"/>
          </a:p>
          <a:p>
            <a:r>
              <a:rPr lang="en-CA" dirty="0"/>
              <a:t>Alp Marangoz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8FF2A-7B77-322E-85A9-368277CDECE7}"/>
              </a:ext>
            </a:extLst>
          </p:cNvPr>
          <p:cNvSpPr txBox="1"/>
          <p:nvPr/>
        </p:nvSpPr>
        <p:spPr>
          <a:xfrm>
            <a:off x="3175000" y="30467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https://kanatpy.github.io/wses-robotics/</a:t>
            </a:r>
          </a:p>
        </p:txBody>
      </p:sp>
    </p:spTree>
    <p:extLst>
      <p:ext uri="{BB962C8B-B14F-4D97-AF65-F5344CB8AC3E}">
        <p14:creationId xmlns:p14="http://schemas.microsoft.com/office/powerpoint/2010/main" val="70022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01F46-D449-0EC7-18EF-77048E29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3B47E-53F9-C1A4-17E7-559E7A11C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100" y="163513"/>
            <a:ext cx="9144000" cy="1062037"/>
          </a:xfrm>
        </p:spPr>
        <p:txBody>
          <a:bodyPr anchor="t"/>
          <a:lstStyle/>
          <a:p>
            <a:r>
              <a:rPr lang="en-CA" dirty="0"/>
              <a:t>Safety!</a:t>
            </a:r>
          </a:p>
        </p:txBody>
      </p:sp>
      <p:pic>
        <p:nvPicPr>
          <p:cNvPr id="2050" name="Picture 2" descr="15ft USB 2.0 A Male to Micro B Male Cable, Black | usb cable">
            <a:extLst>
              <a:ext uri="{FF2B5EF4-FFF2-40B4-BE49-F238E27FC236}">
                <a16:creationId xmlns:a16="http://schemas.microsoft.com/office/drawing/2014/main" id="{95EDAA06-D244-1C31-FD03-EB0F8445A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920" y="2184400"/>
            <a:ext cx="1416050" cy="106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AA Battery | 66012 | Duracell – ProTinkerToys.com">
            <a:extLst>
              <a:ext uri="{FF2B5EF4-FFF2-40B4-BE49-F238E27FC236}">
                <a16:creationId xmlns:a16="http://schemas.microsoft.com/office/drawing/2014/main" id="{BD0D9FFE-02AA-42D0-CCB8-31BC1A5B0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880" y="2140522"/>
            <a:ext cx="1533058" cy="114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D11FE8-3FCE-6EDB-683B-384F8BC6D80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9553" t="13154" r="20849" b="13955"/>
          <a:stretch>
            <a:fillRect/>
          </a:stretch>
        </p:blipFill>
        <p:spPr>
          <a:xfrm>
            <a:off x="371102" y="1494869"/>
            <a:ext cx="2305796" cy="1586701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11ABD0D5-105F-CE34-6DDC-8FDF0126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619" y="1573211"/>
            <a:ext cx="1587501" cy="158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ndoor Extension Cord - 16/3 - SPT-2 - White - 4.5 m">
            <a:extLst>
              <a:ext uri="{FF2B5EF4-FFF2-40B4-BE49-F238E27FC236}">
                <a16:creationId xmlns:a16="http://schemas.microsoft.com/office/drawing/2014/main" id="{9FB2D055-687C-D8C7-E06D-4A9EF43AB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900" y="1658937"/>
            <a:ext cx="1587500" cy="158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B5E89-CC79-BB6B-677D-949F0084F7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48410" y1="35166" x2="48410" y2="35166"/>
                        <a14:backgroundMark x1="48032" y1="37389" x2="48032" y2="37389"/>
                        <a14:backgroundMark x1="49488" y1="37025" x2="52453" y2="49555"/>
                        <a14:backgroundMark x1="30512" y1="70089" x2="30512" y2="70089"/>
                        <a14:backgroundMark x1="36765" y1="68876" x2="36765" y2="68876"/>
                        <a14:backgroundMark x1="23558" y1="53436" x2="23558" y2="53436"/>
                        <a14:backgroundMark x1="24690" y1="32215" x2="21779" y2="59741"/>
                        <a14:backgroundMark x1="21779" y1="59741" x2="23450" y2="65481"/>
                        <a14:backgroundMark x1="28625" y1="68795" x2="47655" y2="69402"/>
                        <a14:backgroundMark x1="47655" y1="69402" x2="35903" y2="75061"/>
                        <a14:backgroundMark x1="35903" y1="75061" x2="27385" y2="70736"/>
                        <a14:backgroundMark x1="27385" y1="70736" x2="29650" y2="689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64" t="27315" r="45432" b="30463"/>
          <a:stretch>
            <a:fillRect/>
          </a:stretch>
        </p:blipFill>
        <p:spPr>
          <a:xfrm>
            <a:off x="3998830" y="4514407"/>
            <a:ext cx="790742" cy="132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0FC300-2DDD-7442-DF7F-B66061DDE9C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105" y="4169255"/>
            <a:ext cx="2608835" cy="2608835"/>
          </a:xfrm>
          <a:prstGeom prst="rect">
            <a:avLst/>
          </a:prstGeom>
        </p:spPr>
      </p:pic>
      <p:pic>
        <p:nvPicPr>
          <p:cNvPr id="2060" name="Picture 12" descr="Cellphone Repair - Device Fix">
            <a:extLst>
              <a:ext uri="{FF2B5EF4-FFF2-40B4-BE49-F238E27FC236}">
                <a16:creationId xmlns:a16="http://schemas.microsoft.com/office/drawing/2014/main" id="{86F4B446-0397-6C06-59C2-37A168D0E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800" y="3975099"/>
            <a:ext cx="32766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Close with solid fill">
            <a:extLst>
              <a:ext uri="{FF2B5EF4-FFF2-40B4-BE49-F238E27FC236}">
                <a16:creationId xmlns:a16="http://schemas.microsoft.com/office/drawing/2014/main" id="{0F612E57-DB31-E35E-2859-E8245C027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09828" y="1560514"/>
            <a:ext cx="4102100" cy="4102100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D43CE27C-1FE0-D8F4-D33F-8F1100F05C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0106" y="1441917"/>
            <a:ext cx="4104000" cy="41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3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B4C0-CFF5-FB87-F7E4-41FCF50B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BA6C3B-AF6E-6A6C-F4E8-8E07748B2249}"/>
              </a:ext>
            </a:extLst>
          </p:cNvPr>
          <p:cNvSpPr txBox="1"/>
          <p:nvPr/>
        </p:nvSpPr>
        <p:spPr>
          <a:xfrm>
            <a:off x="2044140" y="526534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https://microbit.org/get-started/features/overview/</a:t>
            </a:r>
          </a:p>
        </p:txBody>
      </p:sp>
      <p:pic>
        <p:nvPicPr>
          <p:cNvPr id="1030" name="Picture 6" descr="Diagram of the front and back of the new micro:bit with sound">
            <a:extLst>
              <a:ext uri="{FF2B5EF4-FFF2-40B4-BE49-F238E27FC236}">
                <a16:creationId xmlns:a16="http://schemas.microsoft.com/office/drawing/2014/main" id="{C7A6B99E-3659-D6EF-FC70-C092317B6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488" y="1674813"/>
            <a:ext cx="621982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397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69996-948B-D604-4769-E6AB693EC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36" y="589526"/>
            <a:ext cx="3206264" cy="2394974"/>
          </a:xfrm>
          <a:prstGeom prst="rect">
            <a:avLst/>
          </a:prstGeom>
        </p:spPr>
      </p:pic>
      <p:pic>
        <p:nvPicPr>
          <p:cNvPr id="6" name="Picture 5" descr="1N4001 Diode: Pinout, Details, Equivalents, Datasheet">
            <a:extLst>
              <a:ext uri="{FF2B5EF4-FFF2-40B4-BE49-F238E27FC236}">
                <a16:creationId xmlns:a16="http://schemas.microsoft.com/office/drawing/2014/main" id="{EA99B62E-778F-CF46-AD99-0B36AEACB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25" y="1292225"/>
            <a:ext cx="57721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77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6322B431-65A7-174C-0636-9F41ECE1751D}"/>
              </a:ext>
            </a:extLst>
          </p:cNvPr>
          <p:cNvSpPr txBox="1"/>
          <p:nvPr/>
        </p:nvSpPr>
        <p:spPr>
          <a:xfrm>
            <a:off x="1295400" y="413435"/>
            <a:ext cx="864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https://app.cirkitdesigner.com/project/d3682d71-2df9-41ce-a4b0-2a48508eead1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4064C-0421-5B0B-DE58-46E873FEA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59" y="1004781"/>
            <a:ext cx="4966942" cy="519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0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D18E6D-086B-705C-4B2F-DC137F0B00DC}"/>
              </a:ext>
            </a:extLst>
          </p:cNvPr>
          <p:cNvSpPr txBox="1"/>
          <p:nvPr/>
        </p:nvSpPr>
        <p:spPr>
          <a:xfrm>
            <a:off x="520700" y="196850"/>
            <a:ext cx="10636250" cy="6545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microbit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--- INITIALIZATION ---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Force Pin 0 to 0 immediately to close the transistor 'gate'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pin0.write_analog(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Ensure the pull-down is set so the pin doesn't 'float'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pin0.set_pull(pin0.PULL_DOWN)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display.clear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button_b.is_pressed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--- START MOTOR SEQUENCE ---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count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Ramp up from 0 to 1023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If user lets go during the ramp, jump to the 'else' (stop)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button_a.is_pressed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pin0.write_analog(speed)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LED Progress Bar Logic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y = count //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x = count %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display.set_pixel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count +=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sleep(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Hold full speed as long as button is held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button_a.is_pressed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pin0.write_analog(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--- IDLE STATE (OFF) ---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Explicitly write 0 to keep the motor off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pin0.write_analog(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display.clear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Small sleep to keep the processor from running too hot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sleep(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7588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309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Welcome to Robotics Club Week5 !</vt:lpstr>
      <vt:lpstr>Safety!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 Marangoz</dc:creator>
  <cp:lastModifiedBy>Alp Marangoz</cp:lastModifiedBy>
  <cp:revision>27</cp:revision>
  <dcterms:created xsi:type="dcterms:W3CDTF">2026-02-27T05:55:23Z</dcterms:created>
  <dcterms:modified xsi:type="dcterms:W3CDTF">2026-05-15T21:34:47Z</dcterms:modified>
</cp:coreProperties>
</file>